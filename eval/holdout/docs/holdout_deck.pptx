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Marisol Vantongeren replaces the West contact from May.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claims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Ingrid Haldorsen, Head of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Escalation 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Phone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Teodoro Bakshi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+44 161 496 0263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Noor Elsherbiny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+44 117 496 0385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Kwabena Asante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+44 29 2018 0478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Out of hours: duty manager Yuki Thornbury, yuki.thornbury@brightwater-mutual.example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